
<file path=ppt/slides/slide1.xml><a:t>{{PUBLISHMONTHYEAR}}</a:t>
</file>

<file path=ppt/slides/slide2.xml><a:t>{{3YIRR}}</a:t><a:t>{{3YMUL}}</a:t><a:t>{{5YIRR}}</a:t><a:t>{{5YMUL}}</a:t><a:t>{{7YIRR}}</a:t><a:t>{{7YMUL}}</a:t><a:t>{{ASSETVALUE}}</a:t><a:t>{{NOIPERCENT}}</a:t><a:t>{{EXPREDPERC}}</a:t><a:t>{{REVENUELIFT}}</a:t><a:t>{{REGION}}</a:t>
</file>

<file path=ppt/slides/slide3.xml><a:t>{{OCCPER}}</a:t><a:t>{{RENTSQFT}}</a:t><a:t>{{UNITS}}</a:t><a:t>{{RATING}}</a:t><a:t>{{REVIEWS}}</a:t><a:t>{{SNAPSHOTDESCRIPTION}}</a:t>
</file>

<file path=ppt/slides/slide4.xml><a:t>{{CELL0003}}</a:t><a:t>{{CELL0031}}</a:t><a:t>{{CELL0171}}</a:t><a:t>{{CELL0175}}</a:t><a:t>{{CELL0187}}</a:t>
</file>

<file path=ppt/slides/slide5.xml><a:t>{{CELL0201}}</a:t><a:t>{{CELL0438}}</a:t><a:t>{{CELL0452}}</a:t><a:t>{{CELL0454}}</a:t><a:t>{{CELL0473}}</a:t><a:t>{{CELL0487}}</a:t>
</file>

<file path=ppt/slides/slide6.xml><a:t>{{CELL0490}}</a:t><a:t>{{CELL0492}}</a:t><a:t>{{CELL0506}}</a:t><a:t>({{CELL0551}})</a:t><a:t>{{CELL0568}}</a:t>
</file>

<file path=ppt/slides/slide7.xml><a:t>{{CELL0578}}</a:t><a:t>{{CELL0604}}</a:t><a:t>{{CELL0621}}</a:t><a:t>{{CELL0650}}</a:t><a:t>{{CELL0656}}</a:t><a:t>{{CELL0658}}x</a:t>
</file>