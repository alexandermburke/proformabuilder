
<file path=ppt/slides/slide1.xml><a:t>{{PUBLISHMONTHYEAR}}</a:t>
</file>

<file path=ppt/slides/slide2.xml><a:t>{{3YIRR}}</a:t><a:t>{{3YMUL}}</a:t><a:t>{{5YIRR}}</a:t><a:t>{{5YMUL}}</a:t><a:t>{{7YIRR}}</a:t><a:t>{{7YMUL}}</a:t><a:t>{{ASSETVALUE}}</a:t><a:t>{{NOIPERCENT}}</a:t><a:t>{{EXPREDPERC}}</a:t><a:t>{{REVENUELIFT}}</a:t><a:t>{{REGION}}</a:t>
</file>

<file path=ppt/slides/slide3.xml><a:t>{{OCCPER}}</a:t><a:t>{{RENTSQFT}}</a:t><a:t>{{UNITS}}</a:t><a:t>{{RATING}}</a:t><a:t>{{REVIEWS}}</a:t><a:t>{{SNAPSHOTDESCRIPTION}}</a:t>
</file>