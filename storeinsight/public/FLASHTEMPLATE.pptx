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49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96302" y="4648885"/>
          <a:ext cx="6600102" cy="120491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60d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{{AROVER60DAYSPCT}}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296957"/>
              </p:ext>
            </p:extLst>
          </p:nvPr>
        </p:nvGraphicFramePr>
        <p:xfrm>
          <a:off x="586151" y="8284048"/>
          <a:ext cx="6600102" cy="120491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MoM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*Gross Pot. Rent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MoM%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**Econ Occ.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{{PROJRENTMOMPCT}}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{{GPRPERSF}}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{{GPRMOMPCT}}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{{ECONOCCPCT}}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96302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57214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512957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27240F43-9CF5-672C-57EE-5C8B36A704D0}"/>
              </a:ext>
            </a:extLst>
          </p:cNvPr>
          <p:cNvSpPr txBox="1"/>
          <p:nvPr/>
        </p:nvSpPr>
        <p:spPr>
          <a:xfrm>
            <a:off x="3886200" y="9656431"/>
            <a:ext cx="3879850" cy="1149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6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*The total posted rates at 100% occupancy, including projected rate increases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BADF2C1C-763C-28CB-4970-4515BBBDE0F1}"/>
              </a:ext>
            </a:extLst>
          </p:cNvPr>
          <p:cNvSpPr txBox="1"/>
          <p:nvPr/>
        </p:nvSpPr>
        <p:spPr>
          <a:xfrm>
            <a:off x="3896203" y="9776256"/>
            <a:ext cx="3876197" cy="2432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600" dirty="0">
                <a:solidFill>
                  <a:srgbClr val="2D2D2D"/>
                </a:solidFill>
                <a:latin typeface="Avenir" panose="020B0604020202020204" charset="0"/>
              </a:rPr>
              <a:t>**The ratio of occupied revenue (the sum of the current rent for all occupied spaces) to potential revenue (the sum of the sell rates for all spaces), expressed as a percentage</a:t>
            </a:r>
            <a:endParaRPr lang="en-US" sz="600" dirty="0">
              <a:solidFill>
                <a:srgbClr val="2D2D2D"/>
              </a:solidFill>
              <a:latin typeface="Avenir" panose="020B0604020202020204" charset="0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204</Words>
  <Application>Microsoft Office PowerPoint</Application>
  <PresentationFormat>Custom</PresentationFormat>
  <Paragraphs>50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Arial</vt:lpstr>
      <vt:lpstr>Avenir</vt:lpstr>
      <vt:lpstr>Avenir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13</cp:revision>
  <dcterms:created xsi:type="dcterms:W3CDTF">2006-08-16T00:00:00Z</dcterms:created>
  <dcterms:modified xsi:type="dcterms:W3CDTF">2025-11-20T22:47:31Z</dcterms:modified>
  <dc:identifier>DAG4_bah0d8</dc:identifier>
</cp:coreProperties>
</file>