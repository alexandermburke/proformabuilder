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400" d="100"/>
          <a:sy n="400" d="100"/>
        </p:scale>
        <p:origin x="-10308" y="-210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96302" y="4648885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60d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{{AROVER60DAYSPCT}}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546576"/>
              </p:ext>
            </p:extLst>
          </p:nvPr>
        </p:nvGraphicFramePr>
        <p:xfrm>
          <a:off x="586151" y="8284048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MoM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*Gross 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MoM%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Econ Occ.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{{PROJRENTMOMPCT}}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{{GPRMOMPCT}}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{{ECONOCCPCT}}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96302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57214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27240F43-9CF5-672C-57EE-5C8B36A704D0}"/>
              </a:ext>
            </a:extLst>
          </p:cNvPr>
          <p:cNvSpPr txBox="1"/>
          <p:nvPr/>
        </p:nvSpPr>
        <p:spPr>
          <a:xfrm>
            <a:off x="3870803" y="9817023"/>
            <a:ext cx="387985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*Value reflects a 10% uplift to reported rent to account for scheduled </a:t>
            </a: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rent increases</a:t>
            </a:r>
            <a:endParaRPr lang="en-US" sz="802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169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</vt:lpstr>
      <vt:lpstr>Calibri</vt:lpstr>
      <vt:lpstr>Avenir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4</cp:revision>
  <dcterms:created xsi:type="dcterms:W3CDTF">2006-08-16T00:00:00Z</dcterms:created>
  <dcterms:modified xsi:type="dcterms:W3CDTF">2025-11-20T21:50:39Z</dcterms:modified>
  <dc:identifier>DAG4_bah0d8</dc:identifier>
</cp:coreProperties>
</file>