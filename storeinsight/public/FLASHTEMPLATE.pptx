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50" d="100"/>
          <a:sy n="150" d="100"/>
        </p:scale>
        <p:origin x="1122" y="-45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2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196038"/>
            <a:ext cx="3223848" cy="2058878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34479" y="5983084"/>
            <a:ext cx="930352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Delinquency Aging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15253" y="5983083"/>
            <a:ext cx="704547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79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</a:t>
            </a:r>
            <a:r>
              <a:rPr lang="en-US" sz="700" i="1" dirty="0">
                <a:solidFill>
                  <a:srgbClr val="2D2D2D"/>
                </a:solidFill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</a:t>
            </a:r>
            <a:r>
              <a:rPr lang="en-US" sz="700" i="1" dirty="0">
                <a:solidFill>
                  <a:srgbClr val="2D2D2D"/>
                </a:solidFill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</a:t>
            </a:r>
            <a:r>
              <a:rPr lang="en-US" sz="700" i="1" dirty="0">
                <a:solidFill>
                  <a:srgbClr val="2D2D2D"/>
                </a:solidFill>
              </a:rPr>
              <a:t>³</a:t>
            </a:r>
            <a:endParaRPr lang="en-US" sz="700" i="1" dirty="0">
              <a:solidFill>
                <a:srgbClr val="2D2D2D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198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Arial</vt:lpstr>
      <vt:lpstr>Avenir Bold</vt:lpstr>
      <vt:lpstr>Avenir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60</cp:revision>
  <dcterms:created xsi:type="dcterms:W3CDTF">2006-08-16T00:00:00Z</dcterms:created>
  <dcterms:modified xsi:type="dcterms:W3CDTF">2026-01-13T16:50:35Z</dcterms:modified>
  <dc:identifier>DAG4_bah0d8</dc:identifier>
</cp:coreProperties>
</file>