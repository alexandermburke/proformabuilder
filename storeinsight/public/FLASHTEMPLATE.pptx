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00" d="100"/>
          <a:sy n="300" d="100"/>
        </p:scale>
        <p:origin x="-5586" y="-146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093984"/>
            <a:ext cx="3223850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093985"/>
            <a:ext cx="3233722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0499" y="5963233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Rental Income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29200" y="5965032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 / RSF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³</a:t>
            </a:r>
            <a:endParaRPr lang="en-US" sz="1000" dirty="0">
              <a:solidFill>
                <a:srgbClr val="2D2D2D"/>
              </a:solidFill>
              <a:latin typeface="Avenir" panose="020B0604020202020204" charset="0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204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Avenir Bold</vt:lpstr>
      <vt:lpstr>Calibri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79</cp:revision>
  <dcterms:created xsi:type="dcterms:W3CDTF">2006-08-16T00:00:00Z</dcterms:created>
  <dcterms:modified xsi:type="dcterms:W3CDTF">2026-04-06T18:19:20Z</dcterms:modified>
  <dc:identifier>DAG4_bah0d8</dc:identifier>
</cp:coreProperties>
</file>