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7772400" cy="10058400"/>
  <p:notesSz cx="6858000" cy="9144000"/>
  <p:embeddedFontLst>
    <p:embeddedFont>
      <p:font typeface="Arimo" charset="1" panose="020B0604020202020204"/>
      <p:regular r:id="rId7"/>
    </p:embeddedFont>
    <p:embeddedFont>
      <p:font typeface="Arimo Bold" charset="1" panose="020B0704020202020204"/>
      <p:regular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jpeg" Type="http://schemas.openxmlformats.org/officeDocument/2006/relationships/image"/><Relationship Id="rId4" Target="../media/image3.jpeg" Type="http://schemas.openxmlformats.org/officeDocument/2006/relationships/image"/><Relationship Id="rId5" Target="../media/image4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96302" y="1054996"/>
            <a:ext cx="6605195" cy="9556"/>
            <a:chOff x="0" y="0"/>
            <a:chExt cx="8806927" cy="127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806942" cy="12700"/>
            </a:xfrm>
            <a:custGeom>
              <a:avLst/>
              <a:gdLst/>
              <a:ahLst/>
              <a:cxnLst/>
              <a:rect r="r" b="b" t="t" l="l"/>
              <a:pathLst>
                <a:path h="12700" w="8806942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C7C7CC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586151" y="1233696"/>
            <a:ext cx="6620125" cy="422381"/>
            <a:chOff x="0" y="0"/>
            <a:chExt cx="8826833" cy="56317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6355" y="6350"/>
              <a:ext cx="8814097" cy="550418"/>
            </a:xfrm>
            <a:custGeom>
              <a:avLst/>
              <a:gdLst/>
              <a:ahLst/>
              <a:cxnLst/>
              <a:rect r="r" b="b" t="t" l="l"/>
              <a:pathLst>
                <a:path h="550418" w="8814097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826807" cy="563245"/>
            </a:xfrm>
            <a:custGeom>
              <a:avLst/>
              <a:gdLst/>
              <a:ahLst/>
              <a:cxnLst/>
              <a:rect r="r" b="b" t="t" l="l"/>
              <a:pathLst>
                <a:path h="563245" w="8826807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rgbClr val="000000"/>
              </a:solidFill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8826833" cy="5822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{{FACILITYCODE}} · {{FACILITYSHORTNAME}}</a:t>
              </a:r>
            </a:p>
          </p:txBody>
        </p:sp>
      </p:grpSp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596302" y="3571838"/>
          <a:ext cx="6600099" cy="1081088"/>
        </p:xfrm>
        <a:graphic>
          <a:graphicData uri="http://schemas.openxmlformats.org/drawingml/2006/table">
            <a:tbl>
              <a:tblPr/>
              <a:tblGrid>
                <a:gridCol w="942871"/>
                <a:gridCol w="942871"/>
                <a:gridCol w="942871"/>
                <a:gridCol w="942871"/>
                <a:gridCol w="942871"/>
                <a:gridCol w="942871"/>
                <a:gridCol w="942876"/>
              </a:tblGrid>
              <a:tr h="507059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MTD Rentals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Daily Rentals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Leads (MTD)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Lead Conversion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MTD Vacates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Daily Vacates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MTD Net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029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{{MTDRENTALS}}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{{DAILYRENTALS}}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{{LEADSMTD}}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{{CONV}}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{{MTDVACATES}}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{{DAILYVACATES}}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{{MTDNETRENTALS}}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96302" y="4648885"/>
          <a:ext cx="6600099" cy="1243012"/>
        </p:xfrm>
        <a:graphic>
          <a:graphicData uri="http://schemas.openxmlformats.org/drawingml/2006/table">
            <a:tbl>
              <a:tblPr/>
              <a:tblGrid>
                <a:gridCol w="942871"/>
                <a:gridCol w="942871"/>
                <a:gridCol w="942871"/>
                <a:gridCol w="942871"/>
                <a:gridCol w="942871"/>
                <a:gridCol w="942871"/>
                <a:gridCol w="942876"/>
              </a:tblGrid>
              <a:tr h="50676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Total RSF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Occ RSF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RSF Occ 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Occ Units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TPP Coverage</a:t>
                      </a: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 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AR &gt; 30d 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AR &gt; 60d 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624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{{TOTALRSF}}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{{OCCRSF}}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{{RSFOCCPCT}}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{{OCCUNITS}}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{{COVERAGE}}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{{AROVER30DAYSPCT}}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{{AROVER60DAYSPCT}}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586151" y="8284048"/>
          <a:ext cx="6600099" cy="1243012"/>
        </p:xfrm>
        <a:graphic>
          <a:graphicData uri="http://schemas.openxmlformats.org/drawingml/2006/table">
            <a:tbl>
              <a:tblPr/>
              <a:tblGrid>
                <a:gridCol w="942871"/>
                <a:gridCol w="942871"/>
                <a:gridCol w="942871"/>
                <a:gridCol w="942871"/>
                <a:gridCol w="942871"/>
                <a:gridCol w="942871"/>
                <a:gridCol w="942876"/>
              </a:tblGrid>
              <a:tr h="50676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Proj. Rent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Proj. Rent / SF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Proj. Rent MoM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Gross Pot. Rent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GPR / SF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GPR MoM%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true">
                          <a:solidFill>
                            <a:srgbClr val="8E8E93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Econ Occ.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624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{{PROJRENT}}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{{PROJRENTPERSF}}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{{PROJRENTMOMPCT}}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{{GROSSPOTRENT}}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{{GPRPERSF}}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{{GPRMOMPCT}}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2C2C2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{{ECONOCCPCT}}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1" id="11"/>
          <p:cNvSpPr txBox="true"/>
          <p:nvPr/>
        </p:nvSpPr>
        <p:spPr>
          <a:xfrm rot="0">
            <a:off x="1834478" y="531234"/>
            <a:ext cx="5275580" cy="409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true">
                <a:solidFill>
                  <a:srgbClr val="2C2C2E"/>
                </a:solidFill>
                <a:latin typeface="Arimo Bold"/>
                <a:ea typeface="Arimo Bold"/>
                <a:cs typeface="Arimo Bold"/>
                <a:sym typeface="Arimo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8E8E93"/>
                </a:solidFill>
                <a:latin typeface="Arimo"/>
                <a:ea typeface="Arimo"/>
                <a:cs typeface="Arimo"/>
                <a:sym typeface="Arimo"/>
              </a:rPr>
              <a:t>{{FACILITYSHORTNAME}}  ·  As of {{ASOFDATE}}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596302" y="160084"/>
            <a:ext cx="2168529" cy="780670"/>
          </a:xfrm>
          <a:custGeom>
            <a:avLst/>
            <a:gdLst/>
            <a:ahLst/>
            <a:cxnLst/>
            <a:rect r="r" b="b" t="t" l="l"/>
            <a:pathLst>
              <a:path h="780670" w="2168529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596302" y="1722752"/>
            <a:ext cx="6609973" cy="1782411"/>
          </a:xfrm>
          <a:custGeom>
            <a:avLst/>
            <a:gdLst/>
            <a:ahLst/>
            <a:cxnLst/>
            <a:rect r="r" b="b" t="t" l="l"/>
            <a:pathLst>
              <a:path h="1782411" w="6609973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96302" y="5958572"/>
            <a:ext cx="3229035" cy="2229669"/>
          </a:xfrm>
          <a:custGeom>
            <a:avLst/>
            <a:gdLst/>
            <a:ahLst/>
            <a:cxnLst/>
            <a:rect r="r" b="b" t="t" l="l"/>
            <a:pathLst>
              <a:path h="2229669" w="3229035">
                <a:moveTo>
                  <a:pt x="0" y="0"/>
                </a:moveTo>
                <a:lnTo>
                  <a:pt x="3229036" y="0"/>
                </a:lnTo>
                <a:lnTo>
                  <a:pt x="3229036" y="2229670"/>
                </a:lnTo>
                <a:lnTo>
                  <a:pt x="0" y="22296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3575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957214" y="5958572"/>
            <a:ext cx="3229035" cy="2229669"/>
          </a:xfrm>
          <a:custGeom>
            <a:avLst/>
            <a:gdLst/>
            <a:ahLst/>
            <a:cxnLst/>
            <a:rect r="r" b="b" t="t" l="l"/>
            <a:pathLst>
              <a:path h="2229669" w="3229035">
                <a:moveTo>
                  <a:pt x="0" y="0"/>
                </a:moveTo>
                <a:lnTo>
                  <a:pt x="3229035" y="0"/>
                </a:lnTo>
                <a:lnTo>
                  <a:pt x="3229035" y="2229670"/>
                </a:lnTo>
                <a:lnTo>
                  <a:pt x="0" y="22296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793" t="0" r="-1793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08000" y="9826548"/>
            <a:ext cx="6422315" cy="1238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8E8E93"/>
                </a:solidFill>
                <a:latin typeface="Arimo"/>
                <a:ea typeface="Arimo"/>
                <a:cs typeface="Arimo"/>
                <a:sym typeface="Arimo"/>
              </a:rPr>
              <a:t>STORE Managed since</a:t>
            </a:r>
            <a:r>
              <a:rPr lang="en-US" sz="802">
                <a:solidFill>
                  <a:srgbClr val="8E8E93"/>
                </a:solidFill>
                <a:latin typeface="Arimo"/>
                <a:ea typeface="Arimo"/>
                <a:cs typeface="Arimo"/>
                <a:sym typeface="Arimo"/>
              </a:rPr>
              <a:t> {{FACILITYOPENDATE}}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DAG4_bah0d8</dc:identifier>
  <dcterms:modified xsi:type="dcterms:W3CDTF">2011-08-01T06:04:30Z</dcterms:modified>
  <cp:revision>1</cp:revision>
  <dc:title>Flash Report Template</dc:title>
</cp:coreProperties>
</file>