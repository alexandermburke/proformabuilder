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49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138682"/>
              </p:ext>
            </p:extLst>
          </p:nvPr>
        </p:nvGraphicFramePr>
        <p:xfrm>
          <a:off x="586151" y="8284048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Effective 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Effective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*Gross 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Avg. Rent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Vacant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{{EFFRENTSF}}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44266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57214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27240F43-9CF5-672C-57EE-5C8B36A704D0}"/>
              </a:ext>
            </a:extLst>
          </p:cNvPr>
          <p:cNvSpPr txBox="1"/>
          <p:nvPr/>
        </p:nvSpPr>
        <p:spPr>
          <a:xfrm>
            <a:off x="4648200" y="9881048"/>
            <a:ext cx="3879850" cy="114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*The total income of all spaces rented at posted rates including projected rate increases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173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32</cp:revision>
  <dcterms:created xsi:type="dcterms:W3CDTF">2006-08-16T00:00:00Z</dcterms:created>
  <dcterms:modified xsi:type="dcterms:W3CDTF">2025-11-24T22:50:24Z</dcterms:modified>
  <dc:identifier>DAG4_bah0d8</dc:identifier>
</cp:coreProperties>
</file>