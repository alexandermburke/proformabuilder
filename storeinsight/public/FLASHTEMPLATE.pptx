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24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4267200" y="9535601"/>
            <a:ext cx="3567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Calibri</vt:lpstr>
      <vt:lpstr>Avenir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55</cp:revision>
  <dcterms:created xsi:type="dcterms:W3CDTF">2006-08-16T00:00:00Z</dcterms:created>
  <dcterms:modified xsi:type="dcterms:W3CDTF">2025-12-09T23:06:15Z</dcterms:modified>
  <dc:identifier>DAG4_bah0d8</dc:identifier>
</cp:coreProperties>
</file>