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24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  <a:endParaRPr lang="en-US" sz="802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³</a:t>
            </a:r>
            <a:endParaRPr lang="en-US" sz="10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203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80</cp:revision>
  <dcterms:created xsi:type="dcterms:W3CDTF">2006-08-16T00:00:00Z</dcterms:created>
  <dcterms:modified xsi:type="dcterms:W3CDTF">2026-04-06T19:17:12Z</dcterms:modified>
  <dc:identifier>DAG4_bah0d8</dc:identifier>
</cp:coreProperties>
</file>