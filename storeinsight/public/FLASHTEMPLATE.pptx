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200" d="100"/>
          <a:sy n="200" d="100"/>
        </p:scale>
        <p:origin x="-2333" y="-889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24966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SqFt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SqFt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4267200" y="9669495"/>
            <a:ext cx="3567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and </a:t>
            </a:r>
            <a:r>
              <a:rPr lang="en-US" sz="700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dirty="0">
                <a:solidFill>
                  <a:srgbClr val="2D2D2D"/>
                </a:solidFill>
              </a:rPr>
              <a:t>³</a:t>
            </a:r>
            <a:endParaRPr lang="en-US" sz="700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</vt:lpstr>
      <vt:lpstr>Arial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51</cp:revision>
  <dcterms:created xsi:type="dcterms:W3CDTF">2006-08-16T00:00:00Z</dcterms:created>
  <dcterms:modified xsi:type="dcterms:W3CDTF">2025-12-02T20:25:03Z</dcterms:modified>
  <dc:identifier>DAG4_bah0d8</dc:identifier>
</cp:coreProperties>
</file>