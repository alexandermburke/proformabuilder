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91" y="-24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34479" y="5983084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Delinquency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i="1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i="1" dirty="0">
                <a:solidFill>
                  <a:srgbClr val="2D2D2D"/>
                </a:solidFill>
              </a:rPr>
              <a:t>³</a:t>
            </a:r>
            <a:endParaRPr lang="en-US" sz="7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Calibri</vt:lpstr>
      <vt:lpstr>Arial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59</cp:revision>
  <dcterms:created xsi:type="dcterms:W3CDTF">2006-08-16T00:00:00Z</dcterms:created>
  <dcterms:modified xsi:type="dcterms:W3CDTF">2026-01-06T22:53:29Z</dcterms:modified>
  <dc:identifier>DAG4_bah0d8</dc:identifier>
</cp:coreProperties>
</file>