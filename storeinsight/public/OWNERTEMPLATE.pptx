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  <p:bold r:id="rId21"/>
    </p:embeddedFont>
    <p:embeddedFont>
      <p:font typeface="Avenir Bold Italics" panose="020B0604020202020204" charset="0"/>
      <p:regular r:id="rId22"/>
    </p:embeddedFont>
    <p:embeddedFont>
      <p:font typeface="Avenir Italics" panose="020B0604020202020204" charset="0"/>
      <p:regular r:id="rId23"/>
    </p:embeddedFont>
    <p:embeddedFont>
      <p:font typeface="Avenir Medium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0" d="100"/>
          <a:sy n="70" d="100"/>
        </p:scale>
        <p:origin x="80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18.06.2026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1.sv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786437"/>
              </p:ext>
            </p:extLst>
          </p:nvPr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660739"/>
              </p:ext>
            </p:extLst>
          </p:nvPr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4619676"/>
              </p:ext>
            </p:extLst>
          </p:nvPr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5410947"/>
              </p:ext>
            </p:extLst>
          </p:nvPr>
        </p:nvGraphicFramePr>
        <p:xfrm>
          <a:off x="8360100" y="6520468"/>
          <a:ext cx="1701800" cy="2589742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9531317"/>
              </p:ext>
            </p:extLst>
          </p:nvPr>
        </p:nvGraphicFramePr>
        <p:xfrm>
          <a:off x="10978358" y="6521326"/>
          <a:ext cx="2540000" cy="2589790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523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{{CURRENTMONTH}} 2026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88692E-2B3D-FB28-75D4-7E6740EBBC9E}"/>
              </a:ext>
            </a:extLst>
          </p:cNvPr>
          <p:cNvCxnSpPr>
            <a:cxnSpLocks/>
          </p:cNvCxnSpPr>
          <p:nvPr/>
        </p:nvCxnSpPr>
        <p:spPr>
          <a:xfrm>
            <a:off x="3200400" y="5219700"/>
            <a:ext cx="51597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C50689-F3A6-167C-7255-7D04709EA7EA}"/>
              </a:ext>
            </a:extLst>
          </p:cNvPr>
          <p:cNvCxnSpPr>
            <a:cxnSpLocks/>
          </p:cNvCxnSpPr>
          <p:nvPr/>
        </p:nvCxnSpPr>
        <p:spPr>
          <a:xfrm>
            <a:off x="11001226" y="5219700"/>
            <a:ext cx="2181374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FD18338-BAFE-A2D4-F3AE-46C528FA69A4}"/>
              </a:ext>
            </a:extLst>
          </p:cNvPr>
          <p:cNvCxnSpPr>
            <a:cxnSpLocks/>
          </p:cNvCxnSpPr>
          <p:nvPr/>
        </p:nvCxnSpPr>
        <p:spPr>
          <a:xfrm>
            <a:off x="4800600" y="7734300"/>
            <a:ext cx="2722258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157AFB1-04D6-CF84-E02C-00007B8CE47D}"/>
              </a:ext>
            </a:extLst>
          </p:cNvPr>
          <p:cNvCxnSpPr>
            <a:cxnSpLocks/>
          </p:cNvCxnSpPr>
          <p:nvPr/>
        </p:nvCxnSpPr>
        <p:spPr>
          <a:xfrm>
            <a:off x="8360100" y="7734300"/>
            <a:ext cx="15459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73B43C2-2D83-5EC3-23C2-01BF9D14E6E2}"/>
              </a:ext>
            </a:extLst>
          </p:cNvPr>
          <p:cNvCxnSpPr>
            <a:cxnSpLocks/>
          </p:cNvCxnSpPr>
          <p:nvPr/>
        </p:nvCxnSpPr>
        <p:spPr>
          <a:xfrm>
            <a:off x="11049000" y="7734300"/>
            <a:ext cx="23622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0" name="Picture 39">
            <a:extLst>
              <a:ext uri="{FF2B5EF4-FFF2-40B4-BE49-F238E27FC236}">
                <a16:creationId xmlns:a16="http://schemas.microsoft.com/office/drawing/2014/main" id="{80FAB35C-0686-6D4A-38EC-232A1E11685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375" y="2441135"/>
            <a:ext cx="5497350" cy="19841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7900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Revenue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Operating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Operating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036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 ft²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036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{{OCCUPANCYBYUNITS}}%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2377273"/>
              </p:ext>
            </p:extLst>
          </p:nvPr>
        </p:nvGraphicFramePr>
        <p:xfrm>
          <a:off x="780998" y="7176516"/>
          <a:ext cx="16725998" cy="2852928"/>
        </p:xfrm>
        <a:graphic>
          <a:graphicData uri="http://schemas.openxmlformats.org/drawingml/2006/table">
            <a:tbl>
              <a:tblPr/>
              <a:tblGrid>
                <a:gridCol w="2393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0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3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15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6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871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709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48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96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Travel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43143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Operating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1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010796"/>
              </p:ext>
            </p:extLst>
          </p:nvPr>
        </p:nvGraphicFramePr>
        <p:xfrm>
          <a:off x="781000" y="1638300"/>
          <a:ext cx="16726000" cy="5230368"/>
        </p:xfrm>
        <a:graphic>
          <a:graphicData uri="http://schemas.openxmlformats.org/drawingml/2006/table">
            <a:tbl>
              <a:tblPr/>
              <a:tblGrid>
                <a:gridCol w="23855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47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67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7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5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6861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133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55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Admin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Late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Tenant Protection Fee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Secure Payment Fee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sym typeface="Avenir Bold"/>
                        </a:rPr>
                        <a:t>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" panose="020B0604020202020204" charset="0"/>
                        </a:rPr>
                        <a:t>Bank Charges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BANKCHGCM</a:t>
                      </a:r>
                      <a:r>
                        <a:rPr lang="en-US" sz="1200" b="0" dirty="0">
                          <a:latin typeface="Avenir Medium" panose="020B060402020202020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57716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{{INSURXPCM}}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{{INSURXPPTD}}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{{INSURXPYTD}}</a:t>
                      </a:r>
                      <a:endParaRPr lang="en-US" sz="1200" b="0" i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{{INSURXPYTDBUD}}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Payroll Costs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Office &amp; Building Supplies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85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7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+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156102"/>
              </p:ext>
            </p:extLst>
          </p:nvPr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674931"/>
              </p:ext>
            </p:extLst>
          </p:nvPr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sym typeface="Avenir"/>
                        </a:rPr>
                        <a:t>{{MNGNOTES}}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90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{{CURRENTDATE}}’S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{{GGLRAT}}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{{REVIEW1}}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“{{REVIEW1BIO}}”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471963"/>
            <a:ext cx="4534276" cy="1088503"/>
            <a:chOff x="0" y="-85725"/>
            <a:chExt cx="6045701" cy="1451338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{{REVIEW2}}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“{{REVIEW2BIO}}”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19538"/>
            <a:ext cx="4734223" cy="1088503"/>
            <a:chOff x="0" y="-85725"/>
            <a:chExt cx="6312297" cy="1451338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{{REVIEW3}}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“{{REVIEW3BIO}}”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806152" y="3238417"/>
            <a:ext cx="3272550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{{GBPREVIEWS}}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574001" y="3198436"/>
            <a:ext cx="3276773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{{MTDREVIEWS}}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79951" y="3207243"/>
            <a:ext cx="3308041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{{MOMCHANGE}}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1501</TotalTime>
  <Words>1856</Words>
  <Application>Microsoft Office PowerPoint</Application>
  <PresentationFormat>Custom</PresentationFormat>
  <Paragraphs>639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Avenir Bold</vt:lpstr>
      <vt:lpstr>Arial</vt:lpstr>
      <vt:lpstr>Avenir Medium</vt:lpstr>
      <vt:lpstr>Calibri</vt:lpstr>
      <vt:lpstr>Arial Bold</vt:lpstr>
      <vt:lpstr>Avenir Bold Italics</vt:lpstr>
      <vt:lpstr>Avenir</vt:lpstr>
      <vt:lpstr>Arial Italics</vt:lpstr>
      <vt:lpstr>Avenir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Alex Burke</cp:lastModifiedBy>
  <cp:revision>132</cp:revision>
  <dcterms:created xsi:type="dcterms:W3CDTF">2006-08-16T00:00:00Z</dcterms:created>
  <dcterms:modified xsi:type="dcterms:W3CDTF">2026-06-18T18:30:52Z</dcterms:modified>
  <dc:identifier>DAG3YRaK70Q</dc:identifier>
</cp:coreProperties>
</file>