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Arial Bold" panose="020B0704020202020204" pitchFamily="34" charset="0"/>
      <p:regular r:id="rId18"/>
      <p:bold r:id="rId19"/>
    </p:embeddedFont>
    <p:embeddedFont>
      <p:font typeface="Arial Italics" panose="020B0604020202020204" charset="0"/>
      <p:regular r:id="rId20"/>
    </p:embeddedFont>
    <p:embeddedFont>
      <p:font typeface="Avenir" panose="020B0604020202020204" charset="0"/>
      <p:regular r:id="rId21"/>
    </p:embeddedFont>
    <p:embeddedFont>
      <p:font typeface="Avenir Bold" panose="020B0604020202020204" charset="0"/>
      <p:regular r:id="rId22"/>
    </p:embeddedFont>
    <p:embeddedFont>
      <p:font typeface="Avenir Bold Italics" panose="020B0604020202020204" charset="0"/>
      <p:regular r:id="rId23"/>
    </p:embeddedFont>
    <p:embeddedFont>
      <p:font typeface="Avenir Italics" panose="020B0604020202020204" charset="0"/>
      <p:regular r:id="rId24"/>
    </p:embeddedFont>
    <p:embeddedFont>
      <p:font typeface="Avenir Medium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22" autoAdjust="0"/>
  </p:normalViewPr>
  <p:slideViewPr>
    <p:cSldViewPr>
      <p:cViewPr varScale="1">
        <p:scale>
          <a:sx n="79" d="100"/>
          <a:sy n="79" d="100"/>
        </p:scale>
        <p:origin x="32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18.12.2025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533820"/>
              </p:ext>
            </p:extLst>
          </p:nvPr>
        </p:nvGraphicFramePr>
        <p:xfrm>
          <a:off x="1469409" y="6975320"/>
          <a:ext cx="14939621" cy="3070846"/>
        </p:xfrm>
        <a:graphic>
          <a:graphicData uri="http://schemas.openxmlformats.org/drawingml/2006/table">
            <a:tbl>
              <a:tblPr/>
              <a:tblGrid>
                <a:gridCol w="2138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2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3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2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30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7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63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97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153042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Processing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34700" y="3752600"/>
            <a:ext cx="3769122" cy="653180"/>
            <a:chOff x="0" y="0"/>
            <a:chExt cx="5025495" cy="8709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544325" y="3737213"/>
            <a:ext cx="3700200" cy="653180"/>
            <a:chOff x="0" y="0"/>
            <a:chExt cx="4933600" cy="8709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715295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6581867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2">
            <a:extLst>
              <a:ext uri="{FF2B5EF4-FFF2-40B4-BE49-F238E27FC236}">
                <a16:creationId xmlns:a16="http://schemas.microsoft.com/office/drawing/2014/main" id="{3669D1BF-BECF-E7EF-2E9E-6B288DC837BF}"/>
              </a:ext>
            </a:extLst>
          </p:cNvPr>
          <p:cNvGrpSpPr>
            <a:grpSpLocks noChangeAspect="1"/>
          </p:cNvGrpSpPr>
          <p:nvPr/>
        </p:nvGrpSpPr>
        <p:grpSpPr>
          <a:xfrm>
            <a:off x="-5425" y="18016"/>
            <a:ext cx="18288000" cy="10287000"/>
            <a:chOff x="0" y="0"/>
            <a:chExt cx="24384000" cy="13716000"/>
          </a:xfrm>
        </p:grpSpPr>
        <p:sp>
          <p:nvSpPr>
            <p:cNvPr id="102" name="Freeform 3">
              <a:extLst>
                <a:ext uri="{FF2B5EF4-FFF2-40B4-BE49-F238E27FC236}">
                  <a16:creationId xmlns:a16="http://schemas.microsoft.com/office/drawing/2014/main" id="{62DAD2DE-0406-3378-AC0B-42EAC107D98D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43100" y="5143500"/>
          <a:ext cx="5562600" cy="2621441"/>
        </p:xfrm>
        <a:graphic>
          <a:graphicData uri="http://schemas.openxmlformats.org/drawingml/2006/table">
            <a:tbl>
              <a:tblPr/>
              <a:tblGrid>
                <a:gridCol w="556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4050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39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{{CURRENTDATE}}</a:t>
                      </a:r>
                      <a:endParaRPr lang="en-US" sz="110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N/A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1966</Words>
  <Application>Microsoft Office PowerPoint</Application>
  <PresentationFormat>Custom</PresentationFormat>
  <Paragraphs>671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Avenir Medium</vt:lpstr>
      <vt:lpstr>Arial Bold</vt:lpstr>
      <vt:lpstr>Calibri</vt:lpstr>
      <vt:lpstr>Arial Italics</vt:lpstr>
      <vt:lpstr>Arial</vt:lpstr>
      <vt:lpstr>Avenir Bold</vt:lpstr>
      <vt:lpstr>Avenir Bold Italics</vt:lpstr>
      <vt:lpstr>Avenir Italics</vt:lpstr>
      <vt:lpstr>Avenir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52</cp:revision>
  <dcterms:created xsi:type="dcterms:W3CDTF">2006-08-16T00:00:00Z</dcterms:created>
  <dcterms:modified xsi:type="dcterms:W3CDTF">2025-12-18T20:24:03Z</dcterms:modified>
  <dc:identifier>DAG3YRaK70Q</dc:identifier>
</cp:coreProperties>
</file>