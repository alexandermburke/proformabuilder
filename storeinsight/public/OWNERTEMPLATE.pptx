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</p:embeddedFont>
    <p:embeddedFont>
      <p:font typeface="Avenir Bold Italics" panose="020B0604020202020204" charset="0"/>
      <p:regular r:id="rId21"/>
    </p:embeddedFont>
    <p:embeddedFont>
      <p:font typeface="Avenir Italics" panose="020B0604020202020204" charset="0"/>
      <p:regular r:id="rId22"/>
    </p:embeddedFont>
    <p:embeddedFont>
      <p:font typeface="Avenir Medium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>
        <p:scale>
          <a:sx n="75" d="100"/>
          <a:sy n="75" d="100"/>
        </p:scale>
        <p:origin x="504" y="-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14.01.2026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8211799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645639"/>
              </p:ext>
            </p:extLst>
          </p:nvPr>
        </p:nvGraphicFramePr>
        <p:xfrm>
          <a:off x="1447801" y="6975320"/>
          <a:ext cx="14884398" cy="2861204"/>
        </p:xfrm>
        <a:graphic>
          <a:graphicData uri="http://schemas.openxmlformats.org/drawingml/2006/table">
            <a:tbl>
              <a:tblPr/>
              <a:tblGrid>
                <a:gridCol w="2130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7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1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58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59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04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5677719"/>
              </p:ext>
            </p:extLst>
          </p:nvPr>
        </p:nvGraphicFramePr>
        <p:xfrm>
          <a:off x="1447800" y="1943101"/>
          <a:ext cx="14884399" cy="4724391"/>
        </p:xfrm>
        <a:graphic>
          <a:graphicData uri="http://schemas.openxmlformats.org/drawingml/2006/table">
            <a:tbl>
              <a:tblPr/>
              <a:tblGrid>
                <a:gridCol w="212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3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674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Admin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Late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Protection Fee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Other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Fee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{{INSUREXPCM}}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{{INSUREXPPTD}}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{{INSUREXPVAR}}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{{INSUREXPVARPER}}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{{INSUREXPYTD}}</a:t>
                      </a:r>
                      <a:endParaRPr lang="en-US" sz="1000" b="1" i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{{INSUREXPYTDBUD}}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latin typeface="Avenir Bold" panose="020B0604020202020204" charset="0"/>
                        </a:rPr>
                        <a:t>{{INSUREXPYTDVAR}}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latin typeface="Avenir Bold" panose="020B0604020202020204" charset="0"/>
                        </a:rPr>
                        <a:t>{{INSUREXPYTDVARPER}}</a:t>
                      </a:r>
                      <a:endParaRPr lang="en-US" sz="1000" b="1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Payroll Costs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674931"/>
              </p:ext>
            </p:extLst>
          </p:nvPr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sym typeface="Avenir"/>
                        </a:rPr>
                        <a:t>{{MNGNOTES}}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90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{{CURRENTDATE}}’S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{{GGLRAT}}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{{REVIEW1}}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“{{REVIEW1BIO}}”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471963"/>
            <a:ext cx="4534276" cy="1088503"/>
            <a:chOff x="0" y="-85725"/>
            <a:chExt cx="6045701" cy="1451338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{{REVIEW2}}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“{{REVIEW2BIO}}”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19538"/>
            <a:ext cx="4734223" cy="1088503"/>
            <a:chOff x="0" y="-85725"/>
            <a:chExt cx="6312297" cy="1451338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{{REVIEW3}}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“{{REVIEW3BIO}}”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806152" y="3238417"/>
            <a:ext cx="3272550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{{GBPREVIEWS}}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574001" y="3198436"/>
            <a:ext cx="3276773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{{MTDREVIEWS}}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79951" y="3207243"/>
            <a:ext cx="3308041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{{MOMCHANGE}}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1380</TotalTime>
  <Words>1904</Words>
  <Application>Microsoft Office PowerPoint</Application>
  <PresentationFormat>Custom</PresentationFormat>
  <Paragraphs>657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Avenir</vt:lpstr>
      <vt:lpstr>Avenir Italics</vt:lpstr>
      <vt:lpstr>Calibri</vt:lpstr>
      <vt:lpstr>Arial</vt:lpstr>
      <vt:lpstr>Avenir Medium</vt:lpstr>
      <vt:lpstr>Avenir Bold</vt:lpstr>
      <vt:lpstr>Avenir Bold Italics</vt:lpstr>
      <vt:lpstr>Arial Bold</vt:lpstr>
      <vt:lpstr>Arial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Alex Burke</cp:lastModifiedBy>
  <cp:revision>84</cp:revision>
  <dcterms:created xsi:type="dcterms:W3CDTF">2006-08-16T00:00:00Z</dcterms:created>
  <dcterms:modified xsi:type="dcterms:W3CDTF">2026-01-14T16:45:04Z</dcterms:modified>
  <dc:identifier>DAG3YRaK70Q</dc:identifier>
</cp:coreProperties>
</file>