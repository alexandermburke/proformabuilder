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>
        <p:scale>
          <a:sx n="125" d="100"/>
          <a:sy n="125" d="100"/>
        </p:scale>
        <p:origin x="216" y="4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45639"/>
              </p:ext>
            </p:extLst>
          </p:nvPr>
        </p:nvGraphicFramePr>
        <p:xfrm>
          <a:off x="1447801" y="6975320"/>
          <a:ext cx="14884398" cy="2861204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47067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{{INSURXPYTD}}</a:t>
                      </a:r>
                      <a:endParaRPr lang="en-US" sz="1000" b="1" i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1432</TotalTime>
  <Words>1904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</vt:lpstr>
      <vt:lpstr>Avenir Italics</vt:lpstr>
      <vt:lpstr>Calibri</vt:lpstr>
      <vt:lpstr>Arial</vt:lpstr>
      <vt:lpstr>Avenir Medium</vt:lpstr>
      <vt:lpstr>Avenir Bold</vt:lpstr>
      <vt:lpstr>Avenir Bold Italics</vt:lpstr>
      <vt:lpstr>Arial Bold</vt:lpstr>
      <vt:lpstr>Arial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85</cp:revision>
  <dcterms:created xsi:type="dcterms:W3CDTF">2006-08-16T00:00:00Z</dcterms:created>
  <dcterms:modified xsi:type="dcterms:W3CDTF">2026-01-14T17:51:48Z</dcterms:modified>
  <dc:identifier>DAG3YRaK70Q</dc:identifier>
</cp:coreProperties>
</file>