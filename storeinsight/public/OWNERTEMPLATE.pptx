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13.01.2026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254225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1917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Bold</vt:lpstr>
      <vt:lpstr>Avenir Bold Italics</vt:lpstr>
      <vt:lpstr>Avenir</vt:lpstr>
      <vt:lpstr>Avenir Italics</vt:lpstr>
      <vt:lpstr>Avenir Medium</vt:lpstr>
      <vt:lpstr>Calibri</vt:lpstr>
      <vt:lpstr>Arial</vt:lpstr>
      <vt:lpstr>Arial Italics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76</cp:revision>
  <dcterms:created xsi:type="dcterms:W3CDTF">2006-08-16T00:00:00Z</dcterms:created>
  <dcterms:modified xsi:type="dcterms:W3CDTF">2026-01-13T19:23:25Z</dcterms:modified>
  <dc:identifier>DAG3YRaK70Q</dc:identifier>
</cp:coreProperties>
</file>