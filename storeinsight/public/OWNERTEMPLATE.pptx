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  <p:bold r:id="rId21"/>
    </p:embeddedFont>
    <p:embeddedFont>
      <p:font typeface="Avenir Bold Italics" panose="020B0604020202020204" charset="0"/>
      <p:regular r:id="rId22"/>
    </p:embeddedFont>
    <p:embeddedFont>
      <p:font typeface="Avenir Italics" panose="020B0604020202020204" charset="0"/>
      <p:regular r:id="rId23"/>
    </p:embeddedFont>
    <p:embeddedFont>
      <p:font typeface="Avenir Medium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15.05.2026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199702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735556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215381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404465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37774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{{CURRENTMONTH}}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Revenue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Operating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Operating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 ft²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22876"/>
              </p:ext>
            </p:extLst>
          </p:nvPr>
        </p:nvGraphicFramePr>
        <p:xfrm>
          <a:off x="780998" y="7158228"/>
          <a:ext cx="16725998" cy="3090672"/>
        </p:xfrm>
        <a:graphic>
          <a:graphicData uri="http://schemas.openxmlformats.org/drawingml/2006/table">
            <a:tbl>
              <a:tblPr/>
              <a:tblGrid>
                <a:gridCol w="2393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6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87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48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96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085972"/>
              </p:ext>
            </p:extLst>
          </p:nvPr>
        </p:nvGraphicFramePr>
        <p:xfrm>
          <a:off x="781000" y="1638300"/>
          <a:ext cx="16726000" cy="5468112"/>
        </p:xfrm>
        <a:graphic>
          <a:graphicData uri="http://schemas.openxmlformats.org/drawingml/2006/table">
            <a:tbl>
              <a:tblPr/>
              <a:tblGrid>
                <a:gridCol w="238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5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86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13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5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Revenue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{{INSURXPYTD}}</a:t>
                      </a:r>
                      <a:endParaRPr lang="en-US" sz="1200" b="0" i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1908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 Bold</vt:lpstr>
      <vt:lpstr>Calibri</vt:lpstr>
      <vt:lpstr>Avenir Italics</vt:lpstr>
      <vt:lpstr>Avenir Bold Italics</vt:lpstr>
      <vt:lpstr>Arial Italics</vt:lpstr>
      <vt:lpstr>Arial Bold</vt:lpstr>
      <vt:lpstr>Avenir Medium</vt:lpstr>
      <vt:lpstr>Arial</vt:lpstr>
      <vt:lpstr>Avenir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115</cp:revision>
  <dcterms:created xsi:type="dcterms:W3CDTF">2006-08-16T00:00:00Z</dcterms:created>
  <dcterms:modified xsi:type="dcterms:W3CDTF">2026-05-15T17:19:22Z</dcterms:modified>
  <dc:identifier>DAG3YRaK70Q</dc:identifier>
</cp:coreProperties>
</file>