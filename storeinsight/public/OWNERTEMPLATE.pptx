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99702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735556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215381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404465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37774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February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50800"/>
              </p:ext>
            </p:extLst>
          </p:nvPr>
        </p:nvGraphicFramePr>
        <p:xfrm>
          <a:off x="1104800" y="7062384"/>
          <a:ext cx="16078198" cy="3084749"/>
        </p:xfrm>
        <a:graphic>
          <a:graphicData uri="http://schemas.openxmlformats.org/drawingml/2006/table">
            <a:tbl>
              <a:tblPr/>
              <a:tblGrid>
                <a:gridCol w="23009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3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37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9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36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1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023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9645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88309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3461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751061"/>
              </p:ext>
            </p:extLst>
          </p:nvPr>
        </p:nvGraphicFramePr>
        <p:xfrm>
          <a:off x="1104800" y="1682241"/>
          <a:ext cx="16078199" cy="5279491"/>
        </p:xfrm>
        <a:graphic>
          <a:graphicData uri="http://schemas.openxmlformats.org/drawingml/2006/table">
            <a:tbl>
              <a:tblPr/>
              <a:tblGrid>
                <a:gridCol w="2293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8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87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91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46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001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9311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88270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663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{{INSURXPYTD}}</a:t>
                      </a:r>
                      <a:endParaRPr lang="en-US" sz="1000" b="1" i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291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1435</TotalTime>
  <Words>1904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Medium</vt:lpstr>
      <vt:lpstr>Avenir Bold Italics</vt:lpstr>
      <vt:lpstr>Arial Italics</vt:lpstr>
      <vt:lpstr>Avenir Italics</vt:lpstr>
      <vt:lpstr>Arial</vt:lpstr>
      <vt:lpstr>Calibri</vt:lpstr>
      <vt:lpstr>Arial Bold</vt:lpstr>
      <vt:lpstr>Avenir</vt:lpstr>
      <vt:lpstr>Avenir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92</cp:revision>
  <dcterms:created xsi:type="dcterms:W3CDTF">2006-08-16T00:00:00Z</dcterms:created>
  <dcterms:modified xsi:type="dcterms:W3CDTF">2026-03-18T21:07:50Z</dcterms:modified>
  <dc:identifier>DAG3YRaK70Q</dc:identifier>
</cp:coreProperties>
</file>