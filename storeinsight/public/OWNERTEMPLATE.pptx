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rial Bold" panose="020B0704020202020204" pitchFamily="34" charset="0"/>
      <p:regular r:id="rId18"/>
      <p:bold r:id="rId19"/>
    </p:embeddedFont>
    <p:embeddedFont>
      <p:font typeface="Arial Italics" panose="020B0604020202020204" charset="0"/>
      <p:regular r:id="rId20"/>
    </p:embeddedFont>
    <p:embeddedFont>
      <p:font typeface="Avenir" panose="020B0604020202020204" charset="0"/>
      <p:regular r:id="rId21"/>
    </p:embeddedFont>
    <p:embeddedFont>
      <p:font typeface="Avenir Bold" panose="020B0604020202020204" charset="0"/>
      <p:regular r:id="rId22"/>
    </p:embeddedFont>
    <p:embeddedFont>
      <p:font typeface="Avenir Bold Italics" panose="020B0604020202020204" charset="0"/>
      <p:regular r:id="rId23"/>
    </p:embeddedFont>
    <p:embeddedFont>
      <p:font typeface="Avenir Italics" panose="020B0604020202020204" charset="0"/>
      <p:regular r:id="rId24"/>
    </p:embeddedFont>
    <p:embeddedFont>
      <p:font typeface="Avenir Medium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9" d="100"/>
          <a:sy n="79" d="100"/>
        </p:scale>
        <p:origin x="32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02.01.2026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587170"/>
              </p:ext>
            </p:extLst>
          </p:nvPr>
        </p:nvGraphicFramePr>
        <p:xfrm>
          <a:off x="1447801" y="6975320"/>
          <a:ext cx="14884398" cy="3070846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53042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1965</Words>
  <Application>Microsoft Office PowerPoint</Application>
  <PresentationFormat>Custom</PresentationFormat>
  <Paragraphs>671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Avenir</vt:lpstr>
      <vt:lpstr>Arial Bold</vt:lpstr>
      <vt:lpstr>Calibri</vt:lpstr>
      <vt:lpstr>Avenir Bold</vt:lpstr>
      <vt:lpstr>Avenir Bold Italics</vt:lpstr>
      <vt:lpstr>Arial</vt:lpstr>
      <vt:lpstr>Arial Italics</vt:lpstr>
      <vt:lpstr>Avenir Italics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61</cp:revision>
  <dcterms:created xsi:type="dcterms:W3CDTF">2006-08-16T00:00:00Z</dcterms:created>
  <dcterms:modified xsi:type="dcterms:W3CDTF">2026-01-02T17:08:48Z</dcterms:modified>
  <dc:identifier>DAG3YRaK70Q</dc:identifier>
</cp:coreProperties>
</file>